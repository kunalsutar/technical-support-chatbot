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8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59" r:id="rId16"/>
    <p:sldId id="260" r:id="rId17"/>
    <p:sldId id="261" r:id="rId18"/>
    <p:sldId id="262" r:id="rId19"/>
    <p:sldId id="263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81755-A3CB-45FE-A054-A87E3A76EE3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D1E1E-9DA6-4B58-9816-6A700C2025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27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D1E1E-9DA6-4B58-9816-6A700C20259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09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D1E1E-9DA6-4B58-9816-6A700C20259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094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D1E1E-9DA6-4B58-9816-6A700C20259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09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80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11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17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49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5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96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41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3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58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3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7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EF638-DD95-4932-ABC0-12646A0F501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AADC6-7A68-4058-BD9C-3DCA42FE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94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5879" y="2025477"/>
            <a:ext cx="9144000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bg1"/>
                </a:solidFill>
              </a:rPr>
              <a:t>Null Axis Customer Support </a:t>
            </a:r>
            <a:r>
              <a:rPr lang="en-IN" b="1" dirty="0" err="1" smtClean="0">
                <a:solidFill>
                  <a:schemeClr val="bg1"/>
                </a:solidFill>
              </a:rPr>
              <a:t>Chatbot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Kunal</a:t>
            </a:r>
            <a:r>
              <a:rPr lang="en-IN" dirty="0" smtClean="0">
                <a:solidFill>
                  <a:schemeClr val="tx1"/>
                </a:solidFill>
              </a:rPr>
              <a:t> Kiran </a:t>
            </a:r>
            <a:r>
              <a:rPr lang="en-IN" dirty="0" err="1" smtClean="0">
                <a:solidFill>
                  <a:schemeClr val="tx1"/>
                </a:solidFill>
              </a:rPr>
              <a:t>Sutar</a:t>
            </a:r>
            <a:r>
              <a:rPr lang="en-IN" dirty="0" smtClean="0">
                <a:solidFill>
                  <a:schemeClr val="tx1"/>
                </a:solidFill>
              </a:rPr>
              <a:t> (25/11/2025)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08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19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55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4507528" y="5792639"/>
            <a:ext cx="1406062" cy="7441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422481" y="58415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Connect to a human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4179249" y="6072391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55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4507528" y="5792639"/>
            <a:ext cx="1406062" cy="7441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4507528" y="2820977"/>
            <a:ext cx="1406062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4607519" y="2841128"/>
            <a:ext cx="121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Search in KB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422481" y="58415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Connect to a human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ight Arrow 62"/>
          <p:cNvSpPr/>
          <p:nvPr/>
        </p:nvSpPr>
        <p:spPr>
          <a:xfrm>
            <a:off x="4146694" y="3033705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4179249" y="6072391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55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4507528" y="5792639"/>
            <a:ext cx="1406062" cy="7441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4498174" y="3664904"/>
            <a:ext cx="1415416" cy="8108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4507528" y="2820977"/>
            <a:ext cx="1406062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4607519" y="2841128"/>
            <a:ext cx="121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Search in KB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405510" y="375113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Check missing fields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422481" y="58415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Connect to a human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ight Arrow 62"/>
          <p:cNvSpPr/>
          <p:nvPr/>
        </p:nvSpPr>
        <p:spPr>
          <a:xfrm>
            <a:off x="4146694" y="3033705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ight Arrow 63"/>
          <p:cNvSpPr/>
          <p:nvPr/>
        </p:nvSpPr>
        <p:spPr>
          <a:xfrm>
            <a:off x="4133968" y="3881672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4179249" y="6072391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55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6281465" y="3619137"/>
            <a:ext cx="1606176" cy="8943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4507528" y="5792639"/>
            <a:ext cx="1406062" cy="7441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4498174" y="3664904"/>
            <a:ext cx="1415416" cy="8108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4507528" y="2820977"/>
            <a:ext cx="1406062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4607519" y="2841128"/>
            <a:ext cx="121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Search in KB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405510" y="375113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Check missing fields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334655" y="3596392"/>
            <a:ext cx="1499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Politely ask for the missing fields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422481" y="58415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Connect to a human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ight Arrow 62"/>
          <p:cNvSpPr/>
          <p:nvPr/>
        </p:nvSpPr>
        <p:spPr>
          <a:xfrm>
            <a:off x="4146694" y="3033705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ight Arrow 63"/>
          <p:cNvSpPr/>
          <p:nvPr/>
        </p:nvSpPr>
        <p:spPr>
          <a:xfrm>
            <a:off x="4133968" y="3881672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4179249" y="6072391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ight Arrow 68"/>
          <p:cNvSpPr/>
          <p:nvPr/>
        </p:nvSpPr>
        <p:spPr>
          <a:xfrm>
            <a:off x="5972057" y="3898982"/>
            <a:ext cx="318925" cy="184666"/>
          </a:xfrm>
          <a:prstGeom prst="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84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8274563" y="3734766"/>
            <a:ext cx="720080" cy="6259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/>
          <p:cNvSpPr/>
          <p:nvPr/>
        </p:nvSpPr>
        <p:spPr>
          <a:xfrm>
            <a:off x="6281465" y="3619137"/>
            <a:ext cx="1606176" cy="8943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4507528" y="5792639"/>
            <a:ext cx="1406062" cy="7441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4498174" y="3664904"/>
            <a:ext cx="1415416" cy="8108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4507528" y="2820977"/>
            <a:ext cx="1406062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4607519" y="2841128"/>
            <a:ext cx="121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Search in KB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405510" y="375113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Check missing fields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334655" y="3596392"/>
            <a:ext cx="1499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Politely ask for the missing fields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812360" y="3734766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Save </a:t>
            </a:r>
          </a:p>
          <a:p>
            <a:pPr algn="ctr"/>
            <a:r>
              <a:rPr lang="en-IN" dirty="0" smtClean="0"/>
              <a:t>lead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422481" y="58415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Connect to a human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ight Arrow 62"/>
          <p:cNvSpPr/>
          <p:nvPr/>
        </p:nvSpPr>
        <p:spPr>
          <a:xfrm>
            <a:off x="4146694" y="3033705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ight Arrow 63"/>
          <p:cNvSpPr/>
          <p:nvPr/>
        </p:nvSpPr>
        <p:spPr>
          <a:xfrm>
            <a:off x="4133968" y="3881672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4179249" y="6072391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ight Arrow 68"/>
          <p:cNvSpPr/>
          <p:nvPr/>
        </p:nvSpPr>
        <p:spPr>
          <a:xfrm>
            <a:off x="5972057" y="3898982"/>
            <a:ext cx="318925" cy="184666"/>
          </a:xfrm>
          <a:prstGeom prst="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ight Arrow 69"/>
          <p:cNvSpPr/>
          <p:nvPr/>
        </p:nvSpPr>
        <p:spPr>
          <a:xfrm>
            <a:off x="7925482" y="3898982"/>
            <a:ext cx="318925" cy="184666"/>
          </a:xfrm>
          <a:prstGeom prst="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84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8274563" y="3734766"/>
            <a:ext cx="720080" cy="6259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/>
          <p:cNvSpPr/>
          <p:nvPr/>
        </p:nvSpPr>
        <p:spPr>
          <a:xfrm>
            <a:off x="6281465" y="3619137"/>
            <a:ext cx="1606176" cy="8943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4507528" y="5792639"/>
            <a:ext cx="1406062" cy="7441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/>
          <p:cNvSpPr/>
          <p:nvPr/>
        </p:nvSpPr>
        <p:spPr>
          <a:xfrm>
            <a:off x="4494451" y="4756510"/>
            <a:ext cx="1419140" cy="8108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4498174" y="3664904"/>
            <a:ext cx="1415416" cy="8108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4507528" y="2820977"/>
            <a:ext cx="1406062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4465619" y="1717375"/>
            <a:ext cx="1447971" cy="648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2850617" y="5792639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2831910" y="4740925"/>
            <a:ext cx="1246655" cy="7441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821289" y="3675811"/>
            <a:ext cx="1246655" cy="5963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839357" y="2801849"/>
            <a:ext cx="1246655" cy="686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821289" y="1717375"/>
            <a:ext cx="1246655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80384" y="3472273"/>
            <a:ext cx="1584176" cy="1003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37960" y="1719331"/>
            <a:ext cx="158417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964488" cy="951037"/>
          </a:xfrm>
        </p:spPr>
        <p:txBody>
          <a:bodyPr/>
          <a:lstStyle/>
          <a:p>
            <a:pPr algn="l"/>
            <a:r>
              <a:rPr lang="en-IN" b="1" dirty="0" err="1" smtClean="0">
                <a:solidFill>
                  <a:schemeClr val="bg1"/>
                </a:solidFill>
              </a:rPr>
              <a:t>WorkFlow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9968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 Prompt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37960" y="351931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Intent Classification (LLM)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10274" y="186334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717860" y="284198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Technical Support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81443" y="379630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Sales lead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86621" y="5841557"/>
            <a:ext cx="115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Human request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926438" y="4749683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Feature request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49999" y="18567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Greet back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4607519" y="2841128"/>
            <a:ext cx="121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Search in KB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405510" y="375113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Check missing fields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334655" y="3596392"/>
            <a:ext cx="1499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Politely ask for the missing fields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812360" y="3734766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Save </a:t>
            </a:r>
          </a:p>
          <a:p>
            <a:pPr algn="ctr"/>
            <a:r>
              <a:rPr lang="en-IN" dirty="0" smtClean="0"/>
              <a:t>lead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4416197" y="4838763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Save feature request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422481" y="58415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Connect to a human</a:t>
            </a:r>
            <a:endParaRPr lang="en-IN" dirty="0"/>
          </a:p>
        </p:txBody>
      </p:sp>
      <p:cxnSp>
        <p:nvCxnSpPr>
          <p:cNvPr id="29" name="Curved Connector 28"/>
          <p:cNvCxnSpPr>
            <a:stCxn id="7" idx="3"/>
            <a:endCxn id="27" idx="1"/>
          </p:cNvCxnSpPr>
          <p:nvPr/>
        </p:nvCxnSpPr>
        <p:spPr>
          <a:xfrm>
            <a:off x="1922136" y="3980975"/>
            <a:ext cx="928481" cy="218374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3"/>
            <a:endCxn id="23" idx="1"/>
          </p:cNvCxnSpPr>
          <p:nvPr/>
        </p:nvCxnSpPr>
        <p:spPr>
          <a:xfrm flipV="1">
            <a:off x="1922136" y="2041411"/>
            <a:ext cx="899153" cy="193956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</p:cNvCxnSpPr>
          <p:nvPr/>
        </p:nvCxnSpPr>
        <p:spPr>
          <a:xfrm flipV="1">
            <a:off x="1922136" y="3145013"/>
            <a:ext cx="928481" cy="835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7" idx="3"/>
            <a:endCxn id="25" idx="1"/>
          </p:cNvCxnSpPr>
          <p:nvPr/>
        </p:nvCxnSpPr>
        <p:spPr>
          <a:xfrm flipV="1">
            <a:off x="1922136" y="3974006"/>
            <a:ext cx="899153" cy="69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7" idx="3"/>
            <a:endCxn id="26" idx="1"/>
          </p:cNvCxnSpPr>
          <p:nvPr/>
        </p:nvCxnSpPr>
        <p:spPr>
          <a:xfrm>
            <a:off x="1922136" y="3980975"/>
            <a:ext cx="909774" cy="113203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894997" y="2482488"/>
            <a:ext cx="302464" cy="95233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Arrow 61"/>
          <p:cNvSpPr/>
          <p:nvPr/>
        </p:nvSpPr>
        <p:spPr>
          <a:xfrm>
            <a:off x="4141152" y="1949078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ight Arrow 62"/>
          <p:cNvSpPr/>
          <p:nvPr/>
        </p:nvSpPr>
        <p:spPr>
          <a:xfrm>
            <a:off x="4146694" y="3033705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ight Arrow 63"/>
          <p:cNvSpPr/>
          <p:nvPr/>
        </p:nvSpPr>
        <p:spPr>
          <a:xfrm>
            <a:off x="4133968" y="3881672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ight Arrow 64"/>
          <p:cNvSpPr/>
          <p:nvPr/>
        </p:nvSpPr>
        <p:spPr>
          <a:xfrm>
            <a:off x="4141151" y="5020676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4179249" y="6072391"/>
            <a:ext cx="318925" cy="184666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ight Arrow 68"/>
          <p:cNvSpPr/>
          <p:nvPr/>
        </p:nvSpPr>
        <p:spPr>
          <a:xfrm>
            <a:off x="5972057" y="3898982"/>
            <a:ext cx="318925" cy="184666"/>
          </a:xfrm>
          <a:prstGeom prst="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ight Arrow 69"/>
          <p:cNvSpPr/>
          <p:nvPr/>
        </p:nvSpPr>
        <p:spPr>
          <a:xfrm>
            <a:off x="7925482" y="3898982"/>
            <a:ext cx="318925" cy="184666"/>
          </a:xfrm>
          <a:prstGeom prst="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42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-42317"/>
            <a:ext cx="8964488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bg1"/>
                </a:solidFill>
              </a:rPr>
              <a:t>Technical Support Section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6" y="1556792"/>
            <a:ext cx="8058547" cy="4962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6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-42317"/>
            <a:ext cx="8964488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bg1"/>
                </a:solidFill>
              </a:rPr>
              <a:t>Technical Support Section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31" y="1484783"/>
            <a:ext cx="8622138" cy="3345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6252" y="5085184"/>
            <a:ext cx="5192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As there is no KB for the error code 556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The agent correctly forwards it to technical person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51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-42317"/>
            <a:ext cx="8964488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bg1"/>
                </a:solidFill>
              </a:rPr>
              <a:t>Sales Lead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47" y="1484784"/>
            <a:ext cx="8187705" cy="4854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5/7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10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-42317"/>
            <a:ext cx="8964488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bg1"/>
                </a:solidFill>
              </a:rPr>
              <a:t>Sales Lead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90" y="1635019"/>
            <a:ext cx="8436620" cy="327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6252" y="5085184"/>
            <a:ext cx="849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Deliberately give the agent incomplete information to check if it can handle such situations</a:t>
            </a: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5493905"/>
            <a:ext cx="4401546" cy="1243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44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-42317"/>
            <a:ext cx="8964488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bg1"/>
                </a:solidFill>
              </a:rPr>
              <a:t>Feature request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47" y="1484784"/>
            <a:ext cx="8435906" cy="3082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97152"/>
            <a:ext cx="7221537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604448" y="651459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7/7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31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924944"/>
            <a:ext cx="91440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5856" y="2693987"/>
            <a:ext cx="5868144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bg1"/>
                </a:solidFill>
              </a:rPr>
              <a:t>Thank you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3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346</Words>
  <Application>Microsoft Office PowerPoint</Application>
  <PresentationFormat>On-screen Show (4:3)</PresentationFormat>
  <Paragraphs>146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Null Axis Customer Support Chatbot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WorkFlow </vt:lpstr>
      <vt:lpstr>Technical Support Section</vt:lpstr>
      <vt:lpstr>Technical Support Section</vt:lpstr>
      <vt:lpstr>Sales Lead</vt:lpstr>
      <vt:lpstr>Sales Lead</vt:lpstr>
      <vt:lpstr>Feature request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Null Axis Customer Support Chatbot</dc:title>
  <dc:creator>kunal sutar</dc:creator>
  <cp:lastModifiedBy>kunal sutar</cp:lastModifiedBy>
  <cp:revision>11</cp:revision>
  <dcterms:created xsi:type="dcterms:W3CDTF">2025-11-25T12:03:04Z</dcterms:created>
  <dcterms:modified xsi:type="dcterms:W3CDTF">2025-11-25T14:37:59Z</dcterms:modified>
</cp:coreProperties>
</file>